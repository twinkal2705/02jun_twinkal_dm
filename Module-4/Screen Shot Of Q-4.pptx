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480E3-94AB-4A71-8E37-BC15FC7FAF4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592C-335E-4FAA-BF2D-55081FFDDF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480E3-94AB-4A71-8E37-BC15FC7FAF4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592C-335E-4FAA-BF2D-55081FFDDF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480E3-94AB-4A71-8E37-BC15FC7FAF4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592C-335E-4FAA-BF2D-55081FFDDF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480E3-94AB-4A71-8E37-BC15FC7FAF4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592C-335E-4FAA-BF2D-55081FFDDF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480E3-94AB-4A71-8E37-BC15FC7FAF4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592C-335E-4FAA-BF2D-55081FFDDF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480E3-94AB-4A71-8E37-BC15FC7FAF4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592C-335E-4FAA-BF2D-55081FFDDF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480E3-94AB-4A71-8E37-BC15FC7FAF4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592C-335E-4FAA-BF2D-55081FFDDF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480E3-94AB-4A71-8E37-BC15FC7FAF4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592C-335E-4FAA-BF2D-55081FFDDF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480E3-94AB-4A71-8E37-BC15FC7FAF4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592C-335E-4FAA-BF2D-55081FFDDF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480E3-94AB-4A71-8E37-BC15FC7FAF4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592C-335E-4FAA-BF2D-55081FFDDF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480E3-94AB-4A71-8E37-BC15FC7FAF4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9592C-335E-4FAA-BF2D-55081FFDDF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480E3-94AB-4A71-8E37-BC15FC7FAF4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9592C-335E-4FAA-BF2D-55081FFDDFA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`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2385"/>
            <a:ext cx="9144000" cy="48732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0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0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04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05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06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07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08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09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0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4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5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6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7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8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9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20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</Words>
  <Application>Microsoft Office PowerPoint</Application>
  <PresentationFormat>On-screen Show (4:3)</PresentationFormat>
  <Paragraphs>1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`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` </dc:title>
  <dc:creator>Windows User</dc:creator>
  <cp:lastModifiedBy>Windows User</cp:lastModifiedBy>
  <cp:revision>2</cp:revision>
  <dcterms:created xsi:type="dcterms:W3CDTF">2025-10-07T11:07:19Z</dcterms:created>
  <dcterms:modified xsi:type="dcterms:W3CDTF">2025-10-07T11:17:53Z</dcterms:modified>
</cp:coreProperties>
</file>