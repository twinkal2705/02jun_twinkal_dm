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7FDE4-B65A-4FBB-AEBA-29C9FC50FF96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E0757F-4033-4D10-ADBE-F702FD1DA6E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2385"/>
            <a:ext cx="9144000" cy="48732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19200"/>
            <a:ext cx="8229600" cy="438590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09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0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7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8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19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066800"/>
            <a:ext cx="8229600" cy="4385907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0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25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70228"/>
            <a:ext cx="8229600" cy="4385907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0</Words>
  <Application>Microsoft Office PowerPoint</Application>
  <PresentationFormat>On-screen Show (4:3)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Windows User</cp:lastModifiedBy>
  <cp:revision>2</cp:revision>
  <dcterms:created xsi:type="dcterms:W3CDTF">2025-10-07T11:18:45Z</dcterms:created>
  <dcterms:modified xsi:type="dcterms:W3CDTF">2025-10-07T11:29:55Z</dcterms:modified>
</cp:coreProperties>
</file>